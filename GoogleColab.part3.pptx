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318" r:id="rId3"/>
    <p:sldId id="320" r:id="rId4"/>
    <p:sldId id="319" r:id="rId5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108" y="17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2026/8/31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</p:spTree>
    <p:extLst>
      <p:ext uri="{BB962C8B-B14F-4D97-AF65-F5344CB8AC3E}">
        <p14:creationId xmlns:p14="http://schemas.microsoft.com/office/powerpoint/2010/main" val="3384297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25</Words>
  <Application>Microsoft Office PowerPoint</Application>
  <PresentationFormat>ワイド画面</PresentationFormat>
  <Paragraphs>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游ゴシック</vt:lpstr>
      <vt:lpstr>Arial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PowerPoint プレゼンテーション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87</cp:revision>
  <cp:lastPrinted>2025-01-29T02:41:47Z</cp:lastPrinted>
  <dcterms:created xsi:type="dcterms:W3CDTF">2025-01-28T06:03:12Z</dcterms:created>
  <dcterms:modified xsi:type="dcterms:W3CDTF">2026-08-31T03:35:18Z</dcterms:modified>
</cp:coreProperties>
</file>
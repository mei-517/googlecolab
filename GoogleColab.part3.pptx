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sldIdLst>
    <p:sldId id="256" r:id="rId2"/>
    <p:sldId id="318" r:id="rId3"/>
    <p:sldId id="320" r:id="rId4"/>
    <p:sldId id="319" r:id="rId5"/>
  </p:sldIdLst>
  <p:sldSz cx="12192000" cy="6858000"/>
  <p:notesSz cx="6802438" cy="993775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FF"/>
    <a:srgbClr val="FF7C80"/>
    <a:srgbClr val="FF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723" cy="4986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3141" y="0"/>
            <a:ext cx="2947723" cy="4986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9496A5-7C6D-4562-83AD-78E6F1D02C8F}" type="datetimeFigureOut">
              <a:rPr kumimoji="1" lang="ja-JP" altLang="en-US" smtClean="0"/>
              <a:t>2026/9/2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59475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244" y="4782542"/>
            <a:ext cx="5441950" cy="39129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39138"/>
            <a:ext cx="2947723" cy="4986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3141" y="9439138"/>
            <a:ext cx="2947723" cy="4986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38E0EF-4404-48A5-A14D-C28912D88E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6017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7"/>
          <p:cNvSpPr>
            <a:spLocks noChangeArrowheads="1"/>
          </p:cNvSpPr>
          <p:nvPr/>
        </p:nvSpPr>
        <p:spPr bwMode="auto">
          <a:xfrm>
            <a:off x="812800" y="1219200"/>
            <a:ext cx="10566400" cy="914400"/>
          </a:xfrm>
          <a:custGeom>
            <a:avLst/>
            <a:gdLst>
              <a:gd name="T0" fmla="*/ 0 w 1000"/>
              <a:gd name="T1" fmla="*/ 836127360 h 1000"/>
              <a:gd name="T2" fmla="*/ 0 w 1000"/>
              <a:gd name="T3" fmla="*/ 0 h 1000"/>
              <a:gd name="T4" fmla="*/ 2147483647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25400" cap="flat" cmpd="sng">
            <a:solidFill>
              <a:schemeClr val="accent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5" name="Line 8"/>
          <p:cNvSpPr>
            <a:spLocks noChangeShapeType="1"/>
          </p:cNvSpPr>
          <p:nvPr/>
        </p:nvSpPr>
        <p:spPr bwMode="auto">
          <a:xfrm>
            <a:off x="2641601" y="3962400"/>
            <a:ext cx="8682567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39117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219201" y="1524000"/>
            <a:ext cx="10164233" cy="1752600"/>
          </a:xfrm>
        </p:spPr>
        <p:txBody>
          <a:bodyPr/>
          <a:lstStyle>
            <a:lvl1pPr>
              <a:defRPr sz="5000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9117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641600" y="3962400"/>
            <a:ext cx="87376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30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サブタイトルの書式設定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609600" y="6243638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2026/9/2</a:t>
            </a:fld>
            <a:endParaRPr lang="ja-JP" alt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4165600" y="6243638"/>
            <a:ext cx="3860800" cy="457200"/>
          </a:xfrm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737600" y="6243638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75419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2026/9/2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754188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2026/9/2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18734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609600" y="1268414"/>
            <a:ext cx="5384800" cy="5113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268414"/>
            <a:ext cx="5384800" cy="5113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2026/9/2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64112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2026/9/2</a:t>
            </a:fld>
            <a:endParaRPr lang="ja-JP" alt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07199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2026/9/2</a:t>
            </a:fld>
            <a:endParaRPr lang="ja-JP" altLang="en-US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254660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2026/9/2</a:t>
            </a:fld>
            <a:endParaRPr lang="ja-JP" altLang="en-US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98770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2026/9/2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68321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ja-JP" altLang="en-US" noProof="0" dirty="0"/>
              <a:t>アイコンをクリックして図を追加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2026/9/2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37721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2026/9/2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00769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839200" y="277814"/>
            <a:ext cx="2743200" cy="610393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609600" y="277814"/>
            <a:ext cx="8026400" cy="610393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2026/9/2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873130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タイトル、テキスト、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277814"/>
            <a:ext cx="10972800" cy="847725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sz="half" idx="1"/>
          </p:nvPr>
        </p:nvSpPr>
        <p:spPr>
          <a:xfrm>
            <a:off x="609600" y="1268414"/>
            <a:ext cx="5384800" cy="5113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268414"/>
            <a:ext cx="5384800" cy="5113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2026/9/2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46309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7814"/>
            <a:ext cx="10972800" cy="84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タイトルの書式設定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268414"/>
            <a:ext cx="10972800" cy="5113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39014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357938"/>
            <a:ext cx="2844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fld id="{5BBCB299-525B-C043-8ABF-E2AB50D107C3}" type="datetimeFigureOut">
              <a:rPr lang="ja-JP" altLang="en-US" smtClean="0"/>
              <a:pPr/>
              <a:t>2026/9/2</a:t>
            </a:fld>
            <a:endParaRPr lang="ja-JP" altLang="en-US" dirty="0"/>
          </a:p>
        </p:txBody>
      </p:sp>
      <p:sp>
        <p:nvSpPr>
          <p:cNvPr id="39014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362700"/>
            <a:ext cx="3860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endParaRPr lang="ja-JP" altLang="en-US" dirty="0"/>
          </a:p>
        </p:txBody>
      </p:sp>
      <p:sp>
        <p:nvSpPr>
          <p:cNvPr id="39015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357938"/>
            <a:ext cx="2844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031" name="Freeform 7"/>
          <p:cNvSpPr>
            <a:spLocks noChangeArrowheads="1"/>
          </p:cNvSpPr>
          <p:nvPr/>
        </p:nvSpPr>
        <p:spPr bwMode="auto">
          <a:xfrm>
            <a:off x="508000" y="228600"/>
            <a:ext cx="10972800" cy="609600"/>
          </a:xfrm>
          <a:custGeom>
            <a:avLst/>
            <a:gdLst>
              <a:gd name="T0" fmla="*/ 0 w 1000"/>
              <a:gd name="T1" fmla="*/ 371612160 h 1000"/>
              <a:gd name="T2" fmla="*/ 0 w 1000"/>
              <a:gd name="T3" fmla="*/ 0 h 1000"/>
              <a:gd name="T4" fmla="*/ 2147483647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1032" name="Line 8"/>
          <p:cNvSpPr>
            <a:spLocks noChangeShapeType="1"/>
          </p:cNvSpPr>
          <p:nvPr/>
        </p:nvSpPr>
        <p:spPr bwMode="auto">
          <a:xfrm>
            <a:off x="609600" y="6457950"/>
            <a:ext cx="10972800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106680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669925" indent="-325438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60000"/>
        <a:buFont typeface="Wingdings" pitchFamily="2" charset="2"/>
        <a:buChar char="q"/>
        <a:defRPr kumimoji="1" sz="2800">
          <a:solidFill>
            <a:schemeClr val="tx1"/>
          </a:solidFill>
          <a:latin typeface="+mn-lt"/>
          <a:ea typeface="+mn-ea"/>
        </a:defRPr>
      </a:lvl2pPr>
      <a:lvl3pPr marL="1022350" indent="-350838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kumimoji="1" sz="2400">
          <a:solidFill>
            <a:schemeClr val="tx1"/>
          </a:solidFill>
          <a:latin typeface="+mn-lt"/>
          <a:ea typeface="+mn-ea"/>
        </a:defRPr>
      </a:lvl3pPr>
      <a:lvl4pPr marL="1339850" indent="-315913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q"/>
        <a:defRPr kumimoji="1" sz="2000">
          <a:solidFill>
            <a:schemeClr val="tx1"/>
          </a:solidFill>
          <a:latin typeface="+mn-lt"/>
          <a:ea typeface="+mn-ea"/>
        </a:defRPr>
      </a:lvl4pPr>
      <a:lvl5pPr marL="16811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4C1ADB73-28C1-6E47-5D23-27F5F32058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7978" y="1683757"/>
            <a:ext cx="10916043" cy="2043211"/>
          </a:xfrm>
        </p:spPr>
        <p:txBody>
          <a:bodyPr anchor="ctr">
            <a:noAutofit/>
          </a:bodyPr>
          <a:lstStyle/>
          <a:p>
            <a:r>
              <a:rPr lang="ja-JP" altLang="en-US" sz="4000" dirty="0">
                <a:latin typeface="+mj-ea"/>
              </a:rPr>
              <a:t>「</a:t>
            </a:r>
            <a:r>
              <a:rPr lang="en-US" altLang="ja-JP" sz="4000" dirty="0">
                <a:latin typeface="+mj-ea"/>
              </a:rPr>
              <a:t>Python</a:t>
            </a:r>
            <a:r>
              <a:rPr lang="ja-JP" altLang="en-US" sz="4000" dirty="0">
                <a:latin typeface="+mj-ea"/>
              </a:rPr>
              <a:t>が動く</a:t>
            </a:r>
            <a:r>
              <a:rPr lang="en-US" altLang="ja-JP" sz="4000" dirty="0" err="1">
                <a:latin typeface="+mj-ea"/>
              </a:rPr>
              <a:t>Gogle</a:t>
            </a:r>
            <a:r>
              <a:rPr lang="en-US" altLang="ja-JP" sz="4000" dirty="0">
                <a:latin typeface="+mj-ea"/>
              </a:rPr>
              <a:t> </a:t>
            </a:r>
            <a:r>
              <a:rPr lang="en-US" altLang="ja-JP" sz="4000" dirty="0" err="1">
                <a:latin typeface="+mj-ea"/>
              </a:rPr>
              <a:t>Colab</a:t>
            </a:r>
            <a:r>
              <a:rPr lang="ja-JP" altLang="en-US" sz="4000" dirty="0">
                <a:latin typeface="+mj-ea"/>
              </a:rPr>
              <a:t>で</a:t>
            </a:r>
            <a:r>
              <a:rPr lang="en-US" altLang="ja-JP" sz="4000" dirty="0">
                <a:latin typeface="+mj-ea"/>
              </a:rPr>
              <a:t>AI</a:t>
            </a:r>
            <a:r>
              <a:rPr lang="ja-JP" altLang="en-US" sz="4000" dirty="0">
                <a:latin typeface="+mj-ea"/>
              </a:rPr>
              <a:t>自習ドリル」</a:t>
            </a:r>
            <a:br>
              <a:rPr lang="en-US" altLang="ja-JP" sz="4000" dirty="0">
                <a:latin typeface="+mj-ea"/>
              </a:rPr>
            </a:br>
            <a:r>
              <a:rPr lang="ja-JP" altLang="en-US" sz="4000" dirty="0">
                <a:latin typeface="+mj-ea"/>
              </a:rPr>
              <a:t>第１部３章演習</a:t>
            </a:r>
          </a:p>
        </p:txBody>
      </p:sp>
      <p:sp>
        <p:nvSpPr>
          <p:cNvPr id="7" name="字幕 6">
            <a:extLst>
              <a:ext uri="{FF2B5EF4-FFF2-40B4-BE49-F238E27FC236}">
                <a16:creationId xmlns:a16="http://schemas.microsoft.com/office/drawing/2014/main" id="{1FB1DF19-9957-EF38-B101-A60D1BC60F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85108" y="3892062"/>
            <a:ext cx="8737600" cy="1752600"/>
          </a:xfrm>
        </p:spPr>
        <p:txBody>
          <a:bodyPr/>
          <a:lstStyle/>
          <a:p>
            <a:endParaRPr lang="en-US" altLang="ja-JP" dirty="0"/>
          </a:p>
          <a:p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dirty="0">
                <a:latin typeface="+mj-ea"/>
                <a:ea typeface="+mj-ea"/>
              </a:rPr>
              <a:t>24510171 </a:t>
            </a:r>
            <a:r>
              <a:rPr lang="ja-JP" altLang="en-US" dirty="0">
                <a:latin typeface="+mj-ea"/>
                <a:ea typeface="+mj-ea"/>
              </a:rPr>
              <a:t>永井芽衣</a:t>
            </a:r>
          </a:p>
        </p:txBody>
      </p:sp>
    </p:spTree>
    <p:extLst>
      <p:ext uri="{BB962C8B-B14F-4D97-AF65-F5344CB8AC3E}">
        <p14:creationId xmlns:p14="http://schemas.microsoft.com/office/powerpoint/2010/main" val="3150873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00D9D6-997E-C24A-B95B-87D9AB47B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84" name="字幕 2">
            <a:extLst>
              <a:ext uri="{FF2B5EF4-FFF2-40B4-BE49-F238E27FC236}">
                <a16:creationId xmlns:a16="http://schemas.microsoft.com/office/drawing/2014/main" id="{006B75A2-CA46-5FE5-299D-BC113BF87D99}"/>
              </a:ext>
            </a:extLst>
          </p:cNvPr>
          <p:cNvSpPr txBox="1">
            <a:spLocks/>
          </p:cNvSpPr>
          <p:nvPr/>
        </p:nvSpPr>
        <p:spPr>
          <a:xfrm>
            <a:off x="884439" y="1097282"/>
            <a:ext cx="9391483" cy="54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ja-JP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　</a:t>
            </a:r>
            <a:endParaRPr kumimoji="1" lang="en-US" altLang="ja-JP" sz="2000" b="0" i="0" u="none" strike="noStrike" kern="1200" cap="none" spc="0" normalizeH="0" baseline="0" noProof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1" lang="ja-JP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983A2FE9-2C8C-266F-4107-E97A3399D805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015673B-D34F-6A06-286B-6B361B2EEE9B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ja-JP" kern="0" dirty="0"/>
              <a:t>def</a:t>
            </a:r>
            <a:r>
              <a:rPr lang="ja-JP" altLang="en-US" kern="0" dirty="0"/>
              <a:t> </a:t>
            </a:r>
            <a:r>
              <a:rPr lang="en-US" altLang="ja-JP" kern="0" dirty="0" err="1"/>
              <a:t>min_val</a:t>
            </a:r>
            <a:endParaRPr lang="en-US" altLang="ja-JP" kern="0" dirty="0"/>
          </a:p>
        </p:txBody>
      </p:sp>
    </p:spTree>
    <p:extLst>
      <p:ext uri="{BB962C8B-B14F-4D97-AF65-F5344CB8AC3E}">
        <p14:creationId xmlns:p14="http://schemas.microsoft.com/office/powerpoint/2010/main" val="1162395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16551B-8A21-6A35-F000-25A7BD131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9EB4E70-4B14-A2ED-DB1E-3CC1EF7EEA85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</p:spTree>
    <p:extLst>
      <p:ext uri="{BB962C8B-B14F-4D97-AF65-F5344CB8AC3E}">
        <p14:creationId xmlns:p14="http://schemas.microsoft.com/office/powerpoint/2010/main" val="3384297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2EEB9-D52F-262D-9932-339045E07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11AD8D-36A1-5DF0-654C-7D5CB301E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参考文献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E819672-D17E-DF8C-DEA2-084BC6C49B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あ</a:t>
            </a:r>
          </a:p>
        </p:txBody>
      </p:sp>
      <p:sp>
        <p:nvSpPr>
          <p:cNvPr id="7" name="字幕 2">
            <a:extLst>
              <a:ext uri="{FF2B5EF4-FFF2-40B4-BE49-F238E27FC236}">
                <a16:creationId xmlns:a16="http://schemas.microsoft.com/office/drawing/2014/main" id="{99641A50-23CB-2877-6685-B6FDD180F290}"/>
              </a:ext>
            </a:extLst>
          </p:cNvPr>
          <p:cNvSpPr txBox="1">
            <a:spLocks/>
          </p:cNvSpPr>
          <p:nvPr/>
        </p:nvSpPr>
        <p:spPr>
          <a:xfrm>
            <a:off x="719541" y="2386173"/>
            <a:ext cx="10992128" cy="1837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1" lang="ja-JP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0878030"/>
      </p:ext>
    </p:extLst>
  </p:cSld>
  <p:clrMapOvr>
    <a:masterClrMapping/>
  </p:clrMapOvr>
</p:sld>
</file>

<file path=ppt/theme/theme1.xml><?xml version="1.0" encoding="utf-8"?>
<a:theme xmlns:a="http://schemas.openxmlformats.org/drawingml/2006/main" name="lecture">
  <a:themeElements>
    <a:clrScheme name="lecture 7">
      <a:dk1>
        <a:srgbClr val="000000"/>
      </a:dk1>
      <a:lt1>
        <a:srgbClr val="FFFFFF"/>
      </a:lt1>
      <a:dk2>
        <a:srgbClr val="006633"/>
      </a:dk2>
      <a:lt2>
        <a:srgbClr val="5F5F5F"/>
      </a:lt2>
      <a:accent1>
        <a:srgbClr val="CC9900"/>
      </a:accent1>
      <a:accent2>
        <a:srgbClr val="3B812F"/>
      </a:accent2>
      <a:accent3>
        <a:srgbClr val="FFFFFF"/>
      </a:accent3>
      <a:accent4>
        <a:srgbClr val="000000"/>
      </a:accent4>
      <a:accent5>
        <a:srgbClr val="E2CAAA"/>
      </a:accent5>
      <a:accent6>
        <a:srgbClr val="35742A"/>
      </a:accent6>
      <a:hlink>
        <a:srgbClr val="996600"/>
      </a:hlink>
      <a:folHlink>
        <a:srgbClr val="AFBF39"/>
      </a:folHlink>
    </a:clrScheme>
    <a:fontScheme name="lecture">
      <a:majorFont>
        <a:latin typeface="Garamond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50" charset="-128"/>
          </a:defRPr>
        </a:defPPr>
      </a:lstStyle>
    </a:lnDef>
  </a:objectDefaults>
  <a:extraClrSchemeLst>
    <a:extraClrScheme>
      <a:clrScheme name="lectur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ctur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ctur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564</TotalTime>
  <Words>30</Words>
  <Application>Microsoft Office PowerPoint</Application>
  <PresentationFormat>ワイド画面</PresentationFormat>
  <Paragraphs>9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10" baseType="lpstr">
      <vt:lpstr>メイリオ</vt:lpstr>
      <vt:lpstr>游ゴシック</vt:lpstr>
      <vt:lpstr>Arial</vt:lpstr>
      <vt:lpstr>Garamond</vt:lpstr>
      <vt:lpstr>Wingdings</vt:lpstr>
      <vt:lpstr>lecture</vt:lpstr>
      <vt:lpstr>「Pythonが動くGogle ColabでAI自習ドリル」 第１部３章演習</vt:lpstr>
      <vt:lpstr>elephant.ipynb</vt:lpstr>
      <vt:lpstr>PowerPoint プレゼンテーション</vt:lpstr>
      <vt:lpstr>参考文献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「Pythonが動くGogle ColabでAI自習ドリル」 第１部３章演習</dc:title>
  <dc:creator>楓子 松本</dc:creator>
  <cp:lastModifiedBy>mei nagai</cp:lastModifiedBy>
  <cp:revision>88</cp:revision>
  <cp:lastPrinted>2025-01-29T02:41:47Z</cp:lastPrinted>
  <dcterms:created xsi:type="dcterms:W3CDTF">2025-01-28T06:03:12Z</dcterms:created>
  <dcterms:modified xsi:type="dcterms:W3CDTF">2026-09-02T08:23:01Z</dcterms:modified>
</cp:coreProperties>
</file>
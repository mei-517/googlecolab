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77" d="100"/>
          <a:sy n="77" d="100"/>
        </p:scale>
        <p:origin x="114" y="18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8778FB-0784-771F-4072-7F1784348A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1125756-6753-8578-0DF3-84B53278D7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720AEDD-1AF3-58E2-64F9-8B4AC0A8B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BD3F40-D68D-6234-02CB-7137B1A4A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4E08D70-D446-A158-0064-376FF9E21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4402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0AC555-7A83-CC9C-A673-80614BB01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D02B87-59D8-159C-4CD6-6D2E9A015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B006C0F-DCBE-9B89-AABA-74A2EFD52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C03C332-6B8F-D2D3-BBA1-43A678AEA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C92CA1-BFE9-4F4A-BC01-43D9F4310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2969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1C485E-4127-7572-77FA-5B15C154E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7898D90-35C3-23D5-4C7B-70509B4E4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0CB1195-27DD-C849-1340-EC83B16F6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3762C6-61B4-1C1F-1CE8-1EBC1A600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58200F-30C2-DF24-0594-B51BE1401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0944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55CD43-7E4B-2A40-FB41-52E2096B8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C4ABDD-8DDC-C63D-9ABE-3A81B219CD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8D69D3A-CAC1-F2FD-76D8-55A170EB22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8E8BDC-92DD-188F-8EF0-193A183EE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D3D4C96-C5A2-A7F7-CE81-C7B3061C3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34A118-C78B-7DDE-0407-74436B417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6530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3094AB-0C6A-7B4A-E0E9-27E37723C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B222C43-88F6-C535-D2AE-55A89907FF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44549FC-7240-83D9-F4B8-1C1A1CD276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A7941AA-CAA8-D1D2-C73C-A99A550306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ACFE05-01EF-811E-D4E5-6E577592F5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5A9E958-9173-D526-3C4B-0DBC32917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293BB3A-CFEB-E361-80CA-3206A7AA7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248F0BA-988A-7D3D-0AA1-C38C7EB5D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2546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B8EFBE-8945-554C-FE33-3C760F6C8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E1C59BE-4DEB-9298-C4C0-2152E292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7CFF010-DD71-E186-A693-EF4A06F22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2C3887C-8A91-0277-C4AA-D524226BF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77782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6E4ABAA-B0F6-1E24-7916-606C86B28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0F6880E-441F-7ECB-0A6E-416B5CAF9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FFB2FFE-D9F3-5829-4113-60BFA971A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3644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D75030-25EB-208B-0E22-12847B40F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80386B-F2D7-4DB6-4887-106921D83C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84F539E-0F68-D026-4A6F-F2DC18FF8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5EFAA0B-FC4A-3587-BA09-ED66FBC5D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CC937B8-0849-152E-C37F-0CFD49D89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916359B-0112-1147-6AA7-08C1D3012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4924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9E3447-9E56-E00D-EB15-82CA0421E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ACE080B-FEFC-64D1-3446-20BD845D1B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67724E5-66FB-7394-E18B-5BD5C3335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6B28632-3182-9A9E-E784-BCCCE5617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8FDE1C5-58AD-1041-1AE5-FC91A67AD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97DF9C-AFFB-0113-1A3B-B4C529A19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3831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CDFCC1-D708-E4B3-809D-B0E69E6B4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6813E28-D3E0-DF7F-612F-CAE456832E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310163-852C-F4E1-94E1-8C83EA966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74D0C6-F020-66A8-DEF5-6700CFFE0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595A0E-3524-134C-27DD-EDB22F61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13764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82167F0-66FA-7842-271E-D152EAE647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2A10615-6B3B-EDBB-5D78-0F68980D2A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520B89-2545-4600-7AA0-66AF04AA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A325B7-F710-EEAF-17DC-E84A635D7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091432D-7CA4-6A97-962D-99C481AA8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8724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66B07C9-9434-6BED-DC69-A6A46EB24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1F6A27B-C978-0252-83C6-499F04A0E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849B85-4520-0D45-0223-F7BA6AA34D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17D3FC-E227-49CD-9B33-753CA2C6CDCB}" type="datetimeFigureOut">
              <a:rPr kumimoji="1" lang="ja-JP" altLang="en-US" smtClean="0"/>
              <a:t>2026/8/31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BEC0B1-18D9-C9DE-48A7-0AA1DE59F1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C8196B-030B-63F1-F186-83FA8518FD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C0817E-3A9A-4621-AB56-BCE6DE2A21F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7895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4F4B3E-BC2D-2B7B-682A-B01E4D62C5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661739C-F198-A074-652C-3DBD321AE0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3169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mei nagai</dc:creator>
  <cp:lastModifiedBy>mei nagai</cp:lastModifiedBy>
  <cp:revision>1</cp:revision>
  <dcterms:created xsi:type="dcterms:W3CDTF">2026-08-31T00:30:48Z</dcterms:created>
  <dcterms:modified xsi:type="dcterms:W3CDTF">2026-08-31T00:30:48Z</dcterms:modified>
</cp:coreProperties>
</file>